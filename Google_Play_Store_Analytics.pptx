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Play Store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workflow — from raw marketplace data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machine learning and business intelligence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457200" cy="3657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Kaushik   |   pkinsight.ds@gmail.com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Google Play Store contains millions of apps competing for user attention. Understanding what drives success requires analyzing engagement, ratings, pricing, developer performance, category trends, geography, and visibility.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runs a complete end-to-end analytics workflow: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8529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31720" y="2743200"/>
            <a:ext cx="201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32888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3E7BFA"/>
          </a:solidFill>
          <a:ln/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32888" y="28529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78608" y="32004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24528" y="2743200"/>
            <a:ext cx="201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25696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25696" y="28529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71416" y="32004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17336" y="2743200"/>
            <a:ext cx="201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18504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3E7BFA"/>
          </a:solidFill>
          <a:ln/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529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4224" y="32004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10144" y="2743200"/>
            <a:ext cx="201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11312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11312" y="28529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57032" y="32004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902952" y="2743200"/>
            <a:ext cx="2011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04120" y="274320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3E7BFA"/>
          </a:solidFill>
          <a:ln/>
          <a:effectLst>
            <a:outerShdw sx="100000" sy="100000" kx="0" ky="0" algn="bl" rotWithShape="0" blurRad="76200" dist="25400" dir="5400000">
              <a:srgbClr val="1A1A2E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04120" y="285292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149840" y="320040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52628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Play Store data into meaningful, decision-ready business insights — covering app success, category intelligence, monetization strategy, developer performance, geographic demand, and discovery visibility.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Analytics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focus areas guide the analysis, from app-level success to market-wide visibility.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508760" y="1847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Success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apps by installs; how ratings &amp; reviews relate to popularity.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5166360" y="1847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Intelligence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competitive categories and where user demand is highest.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645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8823960" y="1847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Strategy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251460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vs. paid performance and pricing-segment behavior.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1508760" y="40416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Performance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7091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portfolios and highest install-volume developers.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5166360" y="40416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Demand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26280" y="47091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and regions with the strongest engagement.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38404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183880" y="4069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8823960" y="40416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Visibility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83880" y="47091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app reach through search and discovery.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Analytics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cleaned datasets, linked through a shared app_id key.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apps_featured.csv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926080"/>
            <a:ext cx="3017520" cy="18288"/>
          </a:xfrm>
          <a:prstGeom prst="rect">
            <a:avLst/>
          </a:prstGeom>
          <a:solidFill>
            <a:srgbClr val="3E4A8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089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= 1 application
</a:t>
            </a:r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details, category, install performance, ratings &amp; reviews, monetization, developer info, update lifecycle, and visibility metrics.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240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app_country_stats_clean.csv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2926080"/>
            <a:ext cx="3017520" cy="18288"/>
          </a:xfrm>
          <a:prstGeom prst="rect">
            <a:avLst/>
          </a:prstGeom>
          <a:solidFill>
            <a:srgbClr val="D8DEF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1089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= app–country pair
</a:t>
            </a:r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app_id → apps.app_id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4160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country demand analysis, regional comparisons, and engagement analysis.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2240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discovery_signals_clean.csv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75320" y="2926080"/>
            <a:ext cx="3017520" cy="18288"/>
          </a:xfrm>
          <a:prstGeom prst="rect">
            <a:avLst/>
          </a:prstGeom>
          <a:solidFill>
            <a:srgbClr val="D8DEF0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1089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= discovery event
</a:t>
            </a:r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app_id → apps.app_id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75320" y="4160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visibility analysis, keyword analysis, and discovery trend analysis.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Analytics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decisions were driven by business meaning, not by blindly dropping missing values.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update information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6916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update dates were preserved — they can represent real lifecycle behavior. Flagged with update_missing.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10881360" cy="10973"/>
          </a:xfrm>
          <a:prstGeom prst="rect">
            <a:avLst/>
          </a:prstGeom>
          <a:solidFill>
            <a:srgbClr val="E4E8F5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standardization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7432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currencies were filled with USD, the dominant currency among paid apps.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84448"/>
            <a:ext cx="10881360" cy="10973"/>
          </a:xfrm>
          <a:prstGeom prst="rect">
            <a:avLst/>
          </a:prstGeom>
          <a:solidFill>
            <a:srgbClr val="E4E8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1371600" y="3794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imputation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37947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prices were filled using category-level pricing patterns, since pricing behavior varies by category.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636008"/>
            <a:ext cx="10881360" cy="10973"/>
          </a:xfrm>
          <a:prstGeom prst="rect">
            <a:avLst/>
          </a:prstGeom>
          <a:solidFill>
            <a:srgbClr val="E4E8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1371600" y="48463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data handling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48463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category, collection, and keyword values were set to "Unknown"; missing rankings flagged via chart_rank_missing.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Analytics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were engineered across five areas to sharpen analysis and modeling.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2103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E7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log_installs · install_category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691640"/>
            <a:ext cx="73152" cy="2103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20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E7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review_rate · rating_strength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1691640"/>
            <a:ext cx="73152" cy="2103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920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46888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E7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paid_app · price_category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023360"/>
            <a:ext cx="73152" cy="2103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51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E7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developer_app_count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4023360"/>
            <a:ext cx="7086600" cy="2103120"/>
          </a:xfrm>
          <a:prstGeom prst="roundRect">
            <a:avLst>
              <a:gd name="adj" fmla="val 3478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4023360"/>
            <a:ext cx="73152" cy="2103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251960"/>
            <a:ext cx="6537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Lifecycle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800600"/>
            <a:ext cx="6537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E7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update_year · update_month · days_since_update · update_frequency · update_missing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an application's install tier from its characteristics — not its install counts.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install_category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1216152" cy="457200"/>
          </a:xfrm>
          <a:prstGeom prst="roundRect">
            <a:avLst>
              <a:gd name="adj" fmla="val 50000"/>
            </a:avLst>
          </a:prstGeom>
          <a:solidFill>
            <a:srgbClr val="2B3780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1216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993392" y="2651760"/>
            <a:ext cx="713232" cy="457200"/>
          </a:xfrm>
          <a:prstGeom prst="roundRect">
            <a:avLst>
              <a:gd name="adj" fmla="val 50000"/>
            </a:avLst>
          </a:prstGeom>
          <a:solidFill>
            <a:srgbClr val="2B3780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265176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43784" y="2651760"/>
            <a:ext cx="1014984" cy="457200"/>
          </a:xfrm>
          <a:prstGeom prst="roundRect">
            <a:avLst>
              <a:gd name="adj" fmla="val 50000"/>
            </a:avLst>
          </a:prstGeom>
          <a:solidFill>
            <a:srgbClr val="2B3780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43784" y="2651760"/>
            <a:ext cx="1014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95928" y="2651760"/>
            <a:ext cx="813816" cy="457200"/>
          </a:xfrm>
          <a:prstGeom prst="roundRect">
            <a:avLst>
              <a:gd name="adj" fmla="val 50000"/>
            </a:avLst>
          </a:prstGeom>
          <a:solidFill>
            <a:srgbClr val="2B3780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95928" y="2651760"/>
            <a:ext cx="813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46904" y="2651760"/>
            <a:ext cx="1316736" cy="457200"/>
          </a:xfrm>
          <a:prstGeom prst="roundRect">
            <a:avLst>
              <a:gd name="adj" fmla="val 50000"/>
            </a:avLst>
          </a:prstGeom>
          <a:solidFill>
            <a:srgbClr val="2B3780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265176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881360" cy="2606040"/>
          </a:xfrm>
          <a:prstGeom prst="roundRect">
            <a:avLst>
              <a:gd name="adj" fmla="val 2807"/>
            </a:avLst>
          </a:prstGeom>
          <a:solidFill>
            <a:srgbClr val="263275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794760"/>
            <a:ext cx="502920" cy="50292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1600200" y="3794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Install-related fields were excluded from model inputs so the model learns from meaningful app characteristics — not by memorizing install numbers.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5212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4A56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estimated_installs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63240" y="52120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4A56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5212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min_installs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52120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4A56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5212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max_installs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52120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4A56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52120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log_installs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Business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schema anchors targeted business questions across the marketplace.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01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app_id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7764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3977640" y="1801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country_stats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7764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· FK app_id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0" y="16916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801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7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discovery_signals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· FK app_id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169164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044952"/>
            <a:ext cx="109728" cy="10972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2608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overview — apps, developers, avg. ratings, install volume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109728" cy="10972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8444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performance — top installs, most-reviewed, high-engagement apps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61688"/>
            <a:ext cx="109728" cy="10972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24281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 — count, avg. installs &amp; ratings by category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020056"/>
            <a:ext cx="109728" cy="10972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901184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— free vs. paid, performance by price segment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3044952"/>
            <a:ext cx="109728" cy="10972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92608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analysis — most apps &amp; highest install volume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3703320"/>
            <a:ext cx="109728" cy="10972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58444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analysis — highest demand, regional engagement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4361688"/>
            <a:ext cx="109728" cy="10972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24281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analysis — sources, keywords, visibility trends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5020056"/>
            <a:ext cx="109728" cy="109728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4901184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higher-rated apps get more installs?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Analytics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emerged across the exploratory, ML, and SQL analysis.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share of applications dominates total installs.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788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reviews strongly influence user trust and popularity.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931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categories don't always produce better-performing apps.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5074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activity can improve marketplace presence.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457200" cy="45720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1645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and discovery exposure contribute to app growth.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880360"/>
            <a:ext cx="457200" cy="45720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788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should be read together with review volume, not alone.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4023360"/>
            <a:ext cx="457200" cy="457200"/>
          </a:xfrm>
          <a:prstGeom prst="ellipse">
            <a:avLst/>
          </a:prstGeom>
          <a:solidFill>
            <a:srgbClr val="3E7BFA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3931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app updates may influence long-term performance.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Analytics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Deliverables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32588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132588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1325880" y="4389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4663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691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F6FC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1673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22585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F6FC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258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09360" y="28254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F6FC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825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2807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309360" y="33924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F6FC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3924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3741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analysis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309360" y="39593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F6FC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959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39410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309360" y="45262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4F6FC"/>
          </a:solidFill>
          <a:ln w="15875">
            <a:solidFill>
              <a:srgbClr val="3E7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4526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4507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documentation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Analytics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Market Intelligence Analysis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886200"/>
            <a:ext cx="457200" cy="3657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Kaushik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pkinsight.ds@gmail.com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2026-07-19T18:10:02Z</dcterms:created>
  <dcterms:modified xsi:type="dcterms:W3CDTF">2026-07-19T18:10:02Z</dcterms:modified>
</cp:coreProperties>
</file>